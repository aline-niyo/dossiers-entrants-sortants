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95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91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13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581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6774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8872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975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06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76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52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59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4C95D-AD12-49A9-B6EA-F2B39DFB9F54}" type="datetimeFigureOut">
              <a:rPr lang="fr-FR" smtClean="0"/>
              <a:t>12/05/2025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A657E-2364-46CF-A79A-2AC64EDCA5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930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mtClean="0"/>
              <a:t>He;llo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7548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-495151"/>
            <a:ext cx="1177787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Page 1: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Présentation du sujet : Pourquoi la lecture est-elle importante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Brève explication des objectifs du livre.</a:t>
            </a:r>
          </a:p>
          <a:p>
            <a:r>
              <a:rPr lang="fr-FR" b="1" dirty="0" smtClean="0"/>
              <a:t>Page 2: Les bienfaits mentaux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Amélioration de la concentration et de la mémoire.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Stimulation de la créativité et de l'imagination.</a:t>
            </a:r>
          </a:p>
          <a:p>
            <a:r>
              <a:rPr lang="fr-FR" b="1" dirty="0" smtClean="0"/>
              <a:t>Page 3: Les bienfaits émotionnels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Réduction du stress et de l'anxiété.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Évasion et développement de l'empathie.</a:t>
            </a:r>
          </a:p>
          <a:p>
            <a:r>
              <a:rPr lang="fr-FR" b="1" dirty="0" smtClean="0"/>
              <a:t>Page 4: Les bienfaits sociaux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Amélioration des compétences linguistiques et de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Renforcement des liens sociaux à travers des discussions sur des livres.</a:t>
            </a:r>
          </a:p>
          <a:p>
            <a:r>
              <a:rPr lang="fr-FR" b="1" dirty="0" smtClean="0"/>
              <a:t>Page 5: Comment intégrer la lecture dans sa vie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Conseils pratiques pour lire plus souvent.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Suggestions de livres à lire selon différents goûts.</a:t>
            </a:r>
          </a:p>
          <a:p>
            <a:r>
              <a:rPr lang="fr-FR" b="1" dirty="0" smtClean="0"/>
              <a:t>Page 6: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Récapitulatif des points abordés.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Invitation à découvrir le plaisir de lire.</a:t>
            </a:r>
          </a:p>
          <a:p>
            <a:r>
              <a:rPr lang="fr-FR" b="1" dirty="0" smtClean="0"/>
              <a:t>Notes sur le texte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Chaque page peut inclure des anecdotes, des citations d'auteurs, et des illustrations pour rendre le texte engageant.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/>
              <a:t>Utiliser un langage simple et accessible pour toucher un large public.</a:t>
            </a:r>
          </a:p>
          <a:p>
            <a:r>
              <a:rPr lang="fr-FR" dirty="0" smtClean="0"/>
              <a:t>Si vous avez besoin de détails supplémentaires sur un sujet spécifique, n'hésitez pas à demander !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81544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Grand écran</PresentationFormat>
  <Paragraphs>23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He;llo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He;llo</dc:title>
  <dc:creator>Elie</dc:creator>
  <cp:lastModifiedBy>Elie</cp:lastModifiedBy>
  <cp:revision>1</cp:revision>
  <dcterms:created xsi:type="dcterms:W3CDTF">2025-05-12T09:08:12Z</dcterms:created>
  <dcterms:modified xsi:type="dcterms:W3CDTF">2025-05-12T09:08:23Z</dcterms:modified>
</cp:coreProperties>
</file>